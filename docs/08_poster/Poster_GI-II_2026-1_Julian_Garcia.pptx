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desplazar la diapositiva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639BBB-F2F0-466C-A005-5973B6C1F90F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C3C3E35-B68B-4E5E-9F44-3B54D676F61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36792F4-D226-426C-98E8-4FE6C62B5F7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7E64591-E23B-4871-B6B0-C94BDEE9877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27B0113-053A-451F-B826-0E234FA0B0A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A6BDE79-928C-4A53-AFA3-15503C1E14E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C238AF6-3436-4C6E-B7E2-F9074991B94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AF79883-E21F-4023-A11F-603082487B3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B2B263E-7447-4EA3-81E2-3DBA388759B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D094BC9-7DE3-40B2-AD45-43C8B1EA49E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del texto de título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94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31520" y="1645920"/>
            <a:ext cx="7680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STORYTELLING Y STORYBOARDING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ASISTIDOS CON IA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914400" y="2743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Caso de estudio comparativo: narrativa → escenas → prompts → imágenes → storyboard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188720" y="3794760"/>
            <a:ext cx="6766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Julian Andres Garcia Guerrero (20171020011)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Universidad Distrital Francisco José de Caldas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Grupo Multimedia Interactiva y Animación Digital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Director: Paulo Alonso Gaona García, PhD | Monitor: Juan David Martínez Monroy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749040" y="61264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GI-II 2026-1</a:t>
            </a:r>
            <a:endParaRPr lang="es-CO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1</a:t>
            </a:r>
            <a:endParaRPr lang="es-CO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9473A"/>
                </a:solidFill>
                <a:effectLst/>
                <a:uFillTx/>
                <a:latin typeface="Calibri"/>
              </a:rPr>
              <a:t>Resumen / Abstract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548640" y="914400"/>
            <a:ext cx="80463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58440" y="1005840"/>
            <a:ext cx="7826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9473A"/>
                </a:solidFill>
                <a:effectLst/>
                <a:uFillTx/>
                <a:latin typeface="Calibri"/>
              </a:rPr>
              <a:t>Síntesis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58440" y="1298520"/>
            <a:ext cx="78267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Investigación aplicada sobre el uso de IA generativa para construir storyboards a partir de narrativas controladas. Se diseñaron historias, escenas, personajes, prompt cards y una rúbrica para comparar ChatGPT Images, Leonardo Phoenix e Ideogram.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548640" y="3200400"/>
            <a:ext cx="804636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Text 6"/>
          <p:cNvSpPr/>
          <p:nvPr/>
        </p:nvSpPr>
        <p:spPr>
          <a:xfrm>
            <a:off x="658440" y="3291840"/>
            <a:ext cx="7826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9473A"/>
                </a:solidFill>
                <a:effectLst/>
                <a:uFillTx/>
                <a:latin typeface="Calibri"/>
              </a:rPr>
              <a:t>Hallazgo principal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7"/>
          <p:cNvSpPr/>
          <p:nvPr/>
        </p:nvSpPr>
        <p:spPr>
          <a:xfrm>
            <a:off x="658440" y="3584520"/>
            <a:ext cx="78267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Las referencias visuales mejoraron la consistencia de personajes y estilo más que el refinamiento textual del prompt por sí solo. Ideogram con referencia fue la condición mejor evaluada; ChatGPT fue útil para prototipado y edición; Leonardo presentó limitaciones en la última ronda.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2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Introducción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457200" y="914400"/>
            <a:ext cx="384012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67000" y="1005840"/>
            <a:ext cx="3620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Problema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67000" y="1298520"/>
            <a:ext cx="36205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La generación de imágenes con IA facilita prototipar storyboards, pero puede cambiar rostros, vestuario, objetos, estilo y composición entre escenas, afectando la continuidad narrativa y visual.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/mnt/data/repo_pack_cierre_gi2/docs/08_poster/assets/H3_storyboard_D_collage.jpg"/>
          <p:cNvPicPr/>
          <p:nvPr/>
        </p:nvPicPr>
        <p:blipFill>
          <a:blip r:embed="rId1"/>
          <a:stretch/>
        </p:blipFill>
        <p:spPr>
          <a:xfrm>
            <a:off x="4663440" y="822960"/>
            <a:ext cx="393156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Shape 5"/>
          <p:cNvSpPr/>
          <p:nvPr/>
        </p:nvSpPr>
        <p:spPr>
          <a:xfrm>
            <a:off x="457200" y="3200400"/>
            <a:ext cx="813780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Text 6"/>
          <p:cNvSpPr/>
          <p:nvPr/>
        </p:nvSpPr>
        <p:spPr>
          <a:xfrm>
            <a:off x="567000" y="3291840"/>
            <a:ext cx="7918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Relevancia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567000" y="3584520"/>
            <a:ext cx="7918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El proyecto aporta un flujo reproducible para evaluar herramientas de IA en tareas de storytelling/storyboarding y deja evidencia para un posible paper tipo caso de estudio CEUR/ICAI.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3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Objetivos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548640" y="1005840"/>
            <a:ext cx="8046360" cy="822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58440" y="1097280"/>
            <a:ext cx="7826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Objetivo general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658440" y="1389960"/>
            <a:ext cx="782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Diseñar y evaluar un flujo de storyboarding asistido con IA, desde la narrativa hasta la generación y selección de imágenes para storyboard.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731520" y="2286000"/>
            <a:ext cx="7680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Objetivos específicos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731520" y="2606040"/>
            <a:ext cx="768060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Construir historias y escenas controladas.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Diseñar prompt cards y anclas visuales.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Comparar ChatGPT Images, Leonardo Phoenix e Ideogram.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Evaluar consistencia, calidad, control y utilidad para storyboard.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Consolidar material para paper/caso de estudio.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4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Metodología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548640" y="868680"/>
            <a:ext cx="4205880" cy="21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Text 3"/>
          <p:cNvSpPr/>
          <p:nvPr/>
        </p:nvSpPr>
        <p:spPr>
          <a:xfrm>
            <a:off x="658440" y="960120"/>
            <a:ext cx="398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Pipeline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58440" y="1252800"/>
            <a:ext cx="3986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Narrativa → escenas → prompt cards → generación de imágenes → selección → storyboard → evaluación comparativa.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5029200" y="868680"/>
            <a:ext cx="3474360" cy="219420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Text 6"/>
          <p:cNvSpPr/>
          <p:nvPr/>
        </p:nvSpPr>
        <p:spPr>
          <a:xfrm>
            <a:off x="5139000" y="960120"/>
            <a:ext cx="3254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Herramientas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139000" y="1252800"/>
            <a:ext cx="32547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• ChatGPT Images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• Leonardo Phoenix 1.0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• Ideogram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Condiciones: base, prompt refinado y referencia visual.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548640" y="3429000"/>
            <a:ext cx="795492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Text 9"/>
          <p:cNvSpPr/>
          <p:nvPr/>
        </p:nvSpPr>
        <p:spPr>
          <a:xfrm>
            <a:off x="658440" y="3520440"/>
            <a:ext cx="7735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Rúbrica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658440" y="3813120"/>
            <a:ext cx="7735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Alineación al prompt, consistencia de personaje, consistencia de estilo, calidad visual, utilidad para storyboard y control experimental.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5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Resultados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repo_pack_cierre_gi2/docs/08_poster/assets/H3_S01_comparacion_condiciones.png"/>
          <p:cNvPicPr/>
          <p:nvPr/>
        </p:nvPicPr>
        <p:blipFill>
          <a:blip r:embed="rId1"/>
          <a:stretch/>
        </p:blipFill>
        <p:spPr>
          <a:xfrm>
            <a:off x="457200" y="914400"/>
            <a:ext cx="3502800" cy="237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Image 1" descr="/mnt/data/repo_pack_cierre_gi2/docs/08_poster/assets/H3_S07_comparacion_condiciones.png"/>
          <p:cNvPicPr/>
          <p:nvPr/>
        </p:nvPicPr>
        <p:blipFill>
          <a:blip r:embed="rId2"/>
          <a:stretch/>
        </p:blipFill>
        <p:spPr>
          <a:xfrm>
            <a:off x="4663440" y="914400"/>
            <a:ext cx="3616560" cy="237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Shape 2"/>
          <p:cNvSpPr/>
          <p:nvPr/>
        </p:nvSpPr>
        <p:spPr>
          <a:xfrm>
            <a:off x="640080" y="3657600"/>
            <a:ext cx="786348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49880" y="3749040"/>
            <a:ext cx="7643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Resultados clave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749880" y="4041720"/>
            <a:ext cx="764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Ideogram con referencia visual obtuvo el mejor promedio en Entregable E (4.54/5). ChatGPT baseline fue sólido (4.24/5). Leonardo Phoenix tuvo bajo desempeño en la última ronda, especialmente con prompts textuales refinados.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6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Análisis y discusión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457200" y="914400"/>
            <a:ext cx="2285640" cy="1919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67000" y="1005840"/>
            <a:ext cx="206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Este trabajo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67000" y="1298520"/>
            <a:ext cx="20660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Caso de estudio reproducible con bitácoras, prompts, outputs y rúbrica. Evalúa condiciones reales de uso free/Plus.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2971800" y="914400"/>
            <a:ext cx="2285640" cy="1919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Text 6"/>
          <p:cNvSpPr/>
          <p:nvPr/>
        </p:nvSpPr>
        <p:spPr>
          <a:xfrm>
            <a:off x="3081600" y="1005840"/>
            <a:ext cx="206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Aportes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3081600" y="1298520"/>
            <a:ext cx="20660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Evidencia que la referencia visual puede superar al prompt textual detallado para continuidad de personajes y estilo.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5486400" y="914400"/>
            <a:ext cx="2285640" cy="1919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" name="Text 9"/>
          <p:cNvSpPr/>
          <p:nvPr/>
        </p:nvSpPr>
        <p:spPr>
          <a:xfrm>
            <a:off x="5596200" y="1005840"/>
            <a:ext cx="206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Limitaciones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5596200" y="1298520"/>
            <a:ext cx="20660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Un solo evaluador, cambios de modelos, límites de planes, moderación y variabilidad de outputs.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/mnt/data/repo_pack_cierre_gi2/docs/08_poster/assets/H3_S04_comparacion_condiciones.png"/>
          <p:cNvPicPr/>
          <p:nvPr/>
        </p:nvPicPr>
        <p:blipFill>
          <a:blip r:embed="rId1"/>
          <a:stretch/>
        </p:blipFill>
        <p:spPr>
          <a:xfrm>
            <a:off x="1800000" y="3060000"/>
            <a:ext cx="5925600" cy="30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1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7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Conclusiones y trabajos futuros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40080" y="100584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Conclusiones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40080" y="1325880"/>
            <a:ext cx="402300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El pipeline completo fue validado de extremo a extremo.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La consistencia visual sigue siendo el desafío principal.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Las referencias visuales mejoran la continuidad más que prompts largos en el caso evaluado.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El proyecto queda listo para evolucionar a paper de caso de estudio.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4937760" y="10058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Trabajo futuro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937760" y="1325880"/>
            <a:ext cx="36572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Agregar 2-3 evaluadores externos.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Calcular acuerdo inter-rater.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Probar herramientas premium con referencias controladas.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Completar paper CEUR/ICAI en inglés.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Publicar dataset de prompts y outputs seleccionados.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/mnt/data/repo_pack_cierre_gi2/docs/08_poster/assets/ChatGPTReferenceImage.png"/>
          <p:cNvPicPr/>
          <p:nvPr/>
        </p:nvPicPr>
        <p:blipFill>
          <a:blip r:embed="rId1"/>
          <a:stretch/>
        </p:blipFill>
        <p:spPr>
          <a:xfrm>
            <a:off x="3063240" y="4069080"/>
            <a:ext cx="3017160" cy="16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6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8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9473A"/>
          </a:solidFill>
          <a:ln w="12700">
            <a:solidFill>
              <a:srgbClr val="E94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20040" y="22860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Referencias y contacto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548640" y="914400"/>
            <a:ext cx="530316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6" name="Text 3"/>
          <p:cNvSpPr/>
          <p:nvPr/>
        </p:nvSpPr>
        <p:spPr>
          <a:xfrm>
            <a:off x="658440" y="1005840"/>
            <a:ext cx="5083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Referencias breves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658440" y="1298520"/>
            <a:ext cx="508356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Schröder et al. (2023). Telling stories with data: A systematic review.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Adel et al. (s. f.). End to end framework book to image generation platform.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ICAI (2026). 9th International Conference on Applied Informatics.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CEUR-WS (s. f.). CEURART style files.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6217920" y="914400"/>
            <a:ext cx="237708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" name="Text 6"/>
          <p:cNvSpPr/>
          <p:nvPr/>
        </p:nvSpPr>
        <p:spPr>
          <a:xfrm>
            <a:off x="6327720" y="1005840"/>
            <a:ext cx="2157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9473A"/>
                </a:solidFill>
                <a:effectLst/>
                <a:uFillTx/>
                <a:latin typeface="Aptos"/>
              </a:rPr>
              <a:t>Contacto</a:t>
            </a:r>
            <a:endParaRPr lang="es-CO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327720" y="1298520"/>
            <a:ext cx="215748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Julian Andres Garcia Guerrero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Código 20171020011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Ingeniería de Sistemas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Universidad Distrital Francisco José de Caldas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Repo: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https://github.com/Julangar/multimedia-ia-storytelling-2026-1</a:t>
            </a:r>
            <a:endParaRPr lang="es-CO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583680" y="4251960"/>
            <a:ext cx="1645560" cy="1188360"/>
          </a:xfrm>
          <a:prstGeom prst="rect">
            <a:avLst/>
          </a:prstGeom>
          <a:solidFill>
            <a:srgbClr val="F4F6F8"/>
          </a:solidFill>
          <a:ln w="12700">
            <a:solidFill>
              <a:srgbClr val="F39C1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Text 9"/>
          <p:cNvSpPr/>
          <p:nvPr/>
        </p:nvSpPr>
        <p:spPr>
          <a:xfrm>
            <a:off x="6675120" y="4526280"/>
            <a:ext cx="1462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QR / Repo</a:t>
            </a:r>
            <a:endParaRPr lang="es-CO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https://github.com/Julangar/multimedia-ia-storytelling-2026-1</a:t>
            </a:r>
            <a:endParaRPr lang="es-CO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434840" y="6629400"/>
            <a:ext cx="27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243047"/>
                </a:solidFill>
                <a:effectLst/>
                <a:uFillTx/>
                <a:latin typeface="Aptos"/>
              </a:rPr>
              <a:t>9</a:t>
            </a:r>
            <a:endParaRPr lang="es-CO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LibreOffice/26.2.3.2$Windows_X86_64 LibreOffice_project/70e089b17412e4cb7773e41413306b17a2328c34</Application>
  <AppVersion>15.0000</AppVersion>
  <Words>658</Words>
  <Paragraphs>94</Paragraphs>
  <Company>Universidad Distrital Francisco José de Caldas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2026-05-28T17:32:42Z</dcterms:created>
  <dc:creator>Julian Andres Garcia Guerrero</dc:creator>
  <dc:description/>
  <dc:language>es-CO</dc:language>
  <cp:lastModifiedBy/>
  <dcterms:modified xsi:type="dcterms:W3CDTF">2026-05-28T12:58:06Z</dcterms:modified>
  <cp:revision>3</cp:revision>
  <dc:subject>GI-II 2026-1 - Storytelling y Storyboarding asistidos con IA</dc:subject>
  <dc:title>Poster GI-II 2026-1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9</vt:i4>
  </property>
</Properties>
</file>