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s-CO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desplazar la diapositiva</a:t>
            </a:r>
            <a:endParaRPr lang="es-CO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0279DAE-EAAC-4E92-B1F3-9DBB7A0AD838}" type="slidenum"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76AED-14E8-4F7F-900B-5A8CF3CE5A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2893CB-7DC1-4C5D-8B3A-7CA6386D64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B47A97-A691-4CAC-91FB-19AB62C07C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2BC80A-AE29-4022-BC35-11B887B66B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011F0D-F0BF-41DD-BAE5-B2A2DD24AF6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A1AAFB7-FEAF-4403-A0F8-9DC1CE1523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A1DE41-7C85-4AAB-90AE-9D49EFC32C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F93E07E-AB85-4284-A0A2-51AC191E76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EC25D41-0392-4905-9218-B9A34512D7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s-CO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s-CO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CO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s-CO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s-CO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s-CO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s-CO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CO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CO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C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CO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74C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457200" y="1371600"/>
            <a:ext cx="8228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STORYTELLING Y STORYBOARDING</a:t>
            </a:r>
            <a:endParaRPr lang="es-CO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ASISTIDOS CON IA</a:t>
            </a:r>
            <a:endParaRPr lang="es-CO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457200" y="246888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Caso de estudio aplicado: narrativa → escenas → prompt cards → imágenes → storyboard → evaluación</a:t>
            </a: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457200" y="3394800"/>
            <a:ext cx="822888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Julian Andres Garcia Guerrero (20171020011)</a:t>
            </a: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Universidad Distrital Francisco José de Caldas</a:t>
            </a: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Grupo Multimedia Interactiva y Animación Digital</a:t>
            </a: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Director: Paulo Alonso Gaona García, PhD | Monitor: Juan David Martínez Monroy</a:t>
            </a: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Repositorio:</a:t>
            </a:r>
            <a:br>
              <a:rPr sz="1800"/>
            </a:b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github.com/Julangar/multimedia-ia-storytelling-2026-1 </a:t>
            </a: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GI-II 2026-1</a:t>
            </a: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Bogotá, Colombia</a:t>
            </a: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457200" y="27432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Resumen / Abstract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457200" y="109728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Síntesis: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540000" y="1554480"/>
            <a:ext cx="777168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Este proyecto desarrolla un flujo reproducible de storytelling y storyboarding asistido con IA, desde la definición de historias y escenas hasta la construcción de prompts, generación de imágenes, selección de outputs y evaluación comparativa.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Se trabajó con tres historias de prueba y se profundizó en H3 — El Mapa del Viento como caso de estudio principal. Se compararon ChatGPT Images, Leonardo Phoenix e Ideogram mediante una rúbrica con seis criterios: alineación al prompt, consistencia de personaje, consistencia de estilo, calidad visual, utilidad para storyboard y control experimental.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4"/>
          <p:cNvSpPr/>
          <p:nvPr/>
        </p:nvSpPr>
        <p:spPr>
          <a:xfrm>
            <a:off x="457200" y="3474720"/>
            <a:ext cx="8228880" cy="2285280"/>
          </a:xfrm>
          <a:prstGeom prst="rect">
            <a:avLst/>
          </a:prstGeom>
          <a:solidFill>
            <a:srgbClr val="F8F9FA"/>
          </a:solidFill>
          <a:ln w="25400">
            <a:solidFill>
              <a:srgbClr val="F39C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731520" y="3657600"/>
            <a:ext cx="7680240" cy="19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RESUMEN EJECUTIVO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El hallazgo más relevante fue que el uso de referencias visuales mejoró la consistencia de personajes, estilo y encuadre más que el refinamiento textual del prompt por sí solo.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ChatGPT fue útil para prototipado y edición localizada; Leonardo ofreció parámetros de control, pero presentó resultados variables; e Ideogram mostró el mejor desempeño cuando se usó una imagen de referencia generada previamente.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457200" y="27432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Introducción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457200" y="109728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PROBLEMA Y CONTEXTO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457200" y="1554480"/>
            <a:ext cx="476280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Las herramientas de IA generativa permiten crear imágenes a partir de texto, pero al construir storyboards narrativos aparecen dificultades que afectan su uso académico y profesional: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Los personajes cambian de rostro, edad o vestuario entre escenas;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Los objetos narrativos importantes, como mapas, brújulas o libros, cambian de forma o ubicación;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El estilo visual puede variar entre una escena y otra;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Algunas escenas no representan con claridad la acción narrativa solicitada;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Los planes gratuitos o de consumo limitan el control de seed, referencias, parámetros y cantidad de generaciones.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6"/>
          <p:cNvSpPr/>
          <p:nvPr/>
        </p:nvSpPr>
        <p:spPr>
          <a:xfrm>
            <a:off x="457200" y="3840480"/>
            <a:ext cx="8228880" cy="45000"/>
          </a:xfrm>
          <a:prstGeom prst="rect">
            <a:avLst/>
          </a:prstGeom>
          <a:solidFill>
            <a:srgbClr val="F39C1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7"/>
          <p:cNvSpPr/>
          <p:nvPr/>
        </p:nvSpPr>
        <p:spPr>
          <a:xfrm>
            <a:off x="457200" y="402336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RELEVANCIA DEL ESTUDIO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8"/>
          <p:cNvSpPr/>
          <p:nvPr/>
        </p:nvSpPr>
        <p:spPr>
          <a:xfrm>
            <a:off x="457200" y="4752000"/>
            <a:ext cx="822888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El proyecto aporta un caso de estudio reproducible para evaluar herramientas de IA en storytelling y storyboarding. Su valor está en documentar no solo imágenes exitosas, sino también fallos, límites de las herramientas, variaciones entre modelos y estrategias que mejoran la consistencia visual.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La investigación deja evidencia útil para tres frentes: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desarrollo académico de proyectos con IA generativa;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creación de storyboards para narrativas visuales;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construcción de un posible paper o ponencia sobre IA aplicada.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Image 0" descr="/mnt/data/repo_pack_cierre_gi2/docs/08_poster/assets/H3_storyboard_D_collage.jpg"/>
          <p:cNvPicPr/>
          <p:nvPr/>
        </p:nvPicPr>
        <p:blipFill>
          <a:blip r:embed="rId1"/>
          <a:stretch/>
        </p:blipFill>
        <p:spPr>
          <a:xfrm>
            <a:off x="5143680" y="1330560"/>
            <a:ext cx="3421440" cy="1909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"/>
          <p:cNvSpPr/>
          <p:nvPr/>
        </p:nvSpPr>
        <p:spPr>
          <a:xfrm>
            <a:off x="457200" y="27432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Objetivos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"/>
          <p:cNvSpPr/>
          <p:nvPr/>
        </p:nvSpPr>
        <p:spPr>
          <a:xfrm>
            <a:off x="457200" y="109728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OBJETIVO GENERAL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3"/>
          <p:cNvSpPr/>
          <p:nvPr/>
        </p:nvSpPr>
        <p:spPr>
          <a:xfrm>
            <a:off x="457200" y="1463040"/>
            <a:ext cx="8228880" cy="730800"/>
          </a:xfrm>
          <a:prstGeom prst="rect">
            <a:avLst/>
          </a:prstGeom>
          <a:solidFill>
            <a:srgbClr val="F8F9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4"/>
          <p:cNvSpPr/>
          <p:nvPr/>
        </p:nvSpPr>
        <p:spPr>
          <a:xfrm>
            <a:off x="640080" y="1600200"/>
            <a:ext cx="7863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Diseñar, ejecutar y documentar un flujo reproducible de storyboarding asistido con IA, desde la narrativa hasta la generación y evaluación de imágenes, comparando herramientas de IA generativa según calidad visual, consistencia narrativa, control experimental y utilidad para storyboard.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5"/>
          <p:cNvSpPr/>
          <p:nvPr/>
        </p:nvSpPr>
        <p:spPr>
          <a:xfrm>
            <a:off x="457200" y="246888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OBJETIVOS ESPECÍFICOS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868320" y="3600000"/>
            <a:ext cx="777168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1. Construir historias de prueba con personajes, escenas, géneros y anclajes visuales definidos.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2. Diseñar prompt cards por escena, incluyendo estilo visual, personajes, acciones, negative prompts y restricciones.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3. Comparar ChatGPT Images, Leonardo Phoenix e Ideogram bajo condiciones base, prompts refinados y uso de referencias visuales.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4. Evaluar los resultados mediante una rúbrica común: alineación, personaje, estilo, calidad, storyboard y control.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5. Identificar buenas prácticas, errores frecuentes y limitaciones de herramientas para generar storyboards consistentes.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6. Consolidar el proyecto como base para una posible ponencia o caso de estudio tipo ICAI/CEUR.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457200" y="27432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Metodología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"/>
          <p:cNvSpPr/>
          <p:nvPr/>
        </p:nvSpPr>
        <p:spPr>
          <a:xfrm>
            <a:off x="360000" y="823680"/>
            <a:ext cx="26028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Pipeline metodológico 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3"/>
          <p:cNvSpPr/>
          <p:nvPr/>
        </p:nvSpPr>
        <p:spPr>
          <a:xfrm>
            <a:off x="360000" y="1800000"/>
            <a:ext cx="5040000" cy="16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Narrativa → escenas → prompt cards → generación de imágenes → selección de outputs → storyboard → evaluación comparativa</a:t>
            </a:r>
            <a:br>
              <a:rPr sz="1500"/>
            </a:b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El proceso se desarrolló en entregables progresivos: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A. Inventario de herramientas, rúbrica y matriz comparativa.</a:t>
            </a:r>
            <a:br>
              <a:rPr sz="1500"/>
            </a:b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B. Paquetes narrativos, personajes, escenas y prompt cards.</a:t>
            </a:r>
            <a:br>
              <a:rPr sz="1500"/>
            </a:b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C. Pruebas iniciales con varias herramientas.</a:t>
            </a:r>
            <a:br>
              <a:rPr sz="1500"/>
            </a:b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D. Storyboard completo de H3 — El Mapa del Viento.</a:t>
            </a:r>
            <a:br>
              <a:rPr sz="1500"/>
            </a:b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E. Evaluación piloto orientada a paper con condiciones comparativas.</a:t>
            </a:r>
            <a:br>
              <a:rPr sz="1500"/>
            </a:b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F. Informe comparativo final y cierre metodológico. 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4"/>
          <p:cNvSpPr/>
          <p:nvPr/>
        </p:nvSpPr>
        <p:spPr>
          <a:xfrm>
            <a:off x="5533920" y="720000"/>
            <a:ext cx="3106080" cy="54000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5"/>
          <p:cNvSpPr/>
          <p:nvPr/>
        </p:nvSpPr>
        <p:spPr>
          <a:xfrm>
            <a:off x="5533920" y="822240"/>
            <a:ext cx="3474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HERRAMIENTAS Y CONDICIONES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6"/>
          <p:cNvSpPr/>
          <p:nvPr/>
        </p:nvSpPr>
        <p:spPr>
          <a:xfrm>
            <a:off x="5760000" y="2700000"/>
            <a:ext cx="347400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ChatGPT Images</a:t>
            </a:r>
            <a:br>
              <a:rPr sz="1200"/>
            </a:b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prototipado rápido;</a:t>
            </a:r>
            <a:br>
              <a:rPr sz="1200"/>
            </a:b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continuidad narrativa;</a:t>
            </a:r>
            <a:br>
              <a:rPr sz="1200"/>
            </a:b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edición localizada.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Leonardo Phoenix 1.0</a:t>
            </a:r>
            <a:br>
              <a:rPr sz="1200"/>
            </a:b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parámetros de generación;</a:t>
            </a:r>
            <a:br>
              <a:rPr sz="1200"/>
            </a:b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negative prompt;</a:t>
            </a:r>
            <a:br>
              <a:rPr sz="1200"/>
            </a:b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seed y estilo;</a:t>
            </a:r>
            <a:br>
              <a:rPr sz="1200"/>
            </a:b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resultados variables en la prueba final.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Ideogram</a:t>
            </a:r>
            <a:br>
              <a:rPr sz="1200"/>
            </a:b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generación con referencia visual;</a:t>
            </a:r>
            <a:br>
              <a:rPr sz="1200"/>
            </a:b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buen encuadre;</a:t>
            </a:r>
            <a:br>
              <a:rPr sz="1200"/>
            </a:b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mejor estabilidad de personajes y estilo.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Condiciones evaluadas:</a:t>
            </a:r>
            <a:br>
              <a:rPr sz="1200"/>
            </a:b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base;</a:t>
            </a:r>
            <a:br>
              <a:rPr sz="1200"/>
            </a:b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prompt refinado;</a:t>
            </a:r>
            <a:br>
              <a:rPr sz="1200"/>
            </a:b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prompt + referencia visual. 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7"/>
          <p:cNvSpPr/>
          <p:nvPr/>
        </p:nvSpPr>
        <p:spPr>
          <a:xfrm>
            <a:off x="360000" y="414000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Rúbrica de evaluación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8"/>
          <p:cNvSpPr/>
          <p:nvPr/>
        </p:nvSpPr>
        <p:spPr>
          <a:xfrm>
            <a:off x="360000" y="4569120"/>
            <a:ext cx="82288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Cada output fue evaluado con una escala de 0 a 5 en seis criterios: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Alineación al prompt: correspondencia con la escena solicitada.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Personaje: estabilidad de rasgos, edad, vestuario y accesorios.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Estilo: coherencia con la dirección visual de la historia.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Calidad: nitidez, composición y ausencia de errores visuales.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Storyboard: utilidad de la imagen como cuadro narrativo.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Control: facilidad para reproducir, ajustar o corregir resultados.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457200" y="27432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Resultados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2"/>
          <p:cNvSpPr/>
          <p:nvPr/>
        </p:nvSpPr>
        <p:spPr>
          <a:xfrm>
            <a:off x="457200" y="109728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HALLAZGOS PRINCIPALES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7"/>
          <p:cNvSpPr/>
          <p:nvPr/>
        </p:nvSpPr>
        <p:spPr>
          <a:xfrm>
            <a:off x="411120" y="404640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RESULTADOS CLAVE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8"/>
          <p:cNvSpPr/>
          <p:nvPr/>
        </p:nvSpPr>
        <p:spPr>
          <a:xfrm>
            <a:off x="360000" y="4572000"/>
            <a:ext cx="8460000" cy="19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El pipeline completo fue funcional: se logró pasar de narrativa a storyboard mediante escenas, prompts, imágenes y evaluación.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En el Entregable D se construyó un storyboard completo de 8 escenas para H3 — El Mapa del Viento.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ChatGPT Images mostró buen desempeño para prototipado rápido, continuidad narrativa general y edición localizada.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Leonardo Phoenix ofreció más parámetros de control, pero en la prueba final tuvo bajo desempeño y una advertencia activa de problemas con Phoenix.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Ideogram con referencia visual obtuvo el mejor desempeño en consistencia de personajes, estilo, calidad y utilidad para storyboard.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La evidencia sugiere que las referencias visuales pueden mejorar más la continuidad que solo hacer prompts más largos.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Image 1"/>
          <p:cNvSpPr txBox="1"/>
          <p:nvPr/>
        </p:nvSpPr>
        <p:spPr>
          <a:xfrm>
            <a:off x="457560" y="1440000"/>
            <a:ext cx="3502440" cy="2376720"/>
          </a:xfrm>
          <a:prstGeom prst="rect">
            <a:avLst/>
          </a:prstGeom>
          <a:blipFill rotWithShape="0">
            <a:blip r:embed="rId1"/>
            <a:stretch/>
          </a:blipFill>
          <a:ln w="0">
            <a:noFill/>
          </a:ln>
        </p:spPr>
        <p:txBody>
          <a:bodyPr lIns="90000" tIns="45000" rIns="90000" bIns="45000" anchor="t" anchorCtr="1">
            <a:noAutofit/>
          </a:bodyPr>
          <a:p>
            <a:r>
              <a:rPr lang="es-CO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Comparación de outputs por herramienta y condición experimental. 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Image 2"/>
          <p:cNvSpPr txBox="1"/>
          <p:nvPr/>
        </p:nvSpPr>
        <p:spPr>
          <a:xfrm>
            <a:off x="4663800" y="1440000"/>
            <a:ext cx="3616200" cy="2376720"/>
          </a:xfrm>
          <a:prstGeom prst="rect">
            <a:avLst/>
          </a:prstGeom>
          <a:blipFill rotWithShape="0">
            <a:blip r:embed="rId2"/>
            <a:stretch/>
          </a:blipFill>
          <a:ln w="0">
            <a:noFill/>
          </a:ln>
        </p:spPr>
        <p:txBody>
          <a:bodyPr lIns="90000" tIns="45000" rIns="90000" bIns="45000" anchor="t" anchorCtr="1">
            <a:noAutofit/>
          </a:bodyPr>
          <a:p>
            <a:r>
              <a:rPr lang="es-CO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Efecto de la referencia visual sobre consistencia de personaje y estilo.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457200" y="27432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Análisis y Discusión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5"/>
          <p:cNvSpPr/>
          <p:nvPr/>
        </p:nvSpPr>
        <p:spPr>
          <a:xfrm>
            <a:off x="457200" y="822240"/>
            <a:ext cx="2559600" cy="3317760"/>
          </a:xfrm>
          <a:prstGeom prst="rect">
            <a:avLst/>
          </a:prstGeom>
          <a:solidFill>
            <a:srgbClr val="F39C1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6"/>
          <p:cNvSpPr/>
          <p:nvPr/>
        </p:nvSpPr>
        <p:spPr>
          <a:xfrm>
            <a:off x="540000" y="822240"/>
            <a:ext cx="2376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Este Trabajo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7"/>
          <p:cNvSpPr/>
          <p:nvPr/>
        </p:nvSpPr>
        <p:spPr>
          <a:xfrm>
            <a:off x="540000" y="1869120"/>
            <a:ext cx="237672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Caso de estudio reproducible con historias, escenas, prompt cards, bitácoras, outputs y rúbrica.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Evalúa herramientas en condiciones reales de uso: Plus, free, créditos limitados y restricciones de plataforma.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Documenta tanto resultados exitosos como fallos visuales, moderación, drift de personaje y límites de control. 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8"/>
          <p:cNvSpPr/>
          <p:nvPr/>
        </p:nvSpPr>
        <p:spPr>
          <a:xfrm>
            <a:off x="3291840" y="822240"/>
            <a:ext cx="2559600" cy="3317760"/>
          </a:xfrm>
          <a:prstGeom prst="rect">
            <a:avLst/>
          </a:prstGeom>
          <a:solidFill>
            <a:srgbClr val="F8F9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9"/>
          <p:cNvSpPr/>
          <p:nvPr/>
        </p:nvSpPr>
        <p:spPr>
          <a:xfrm>
            <a:off x="3420000" y="822240"/>
            <a:ext cx="2376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Aportes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0"/>
          <p:cNvSpPr/>
          <p:nvPr/>
        </p:nvSpPr>
        <p:spPr>
          <a:xfrm>
            <a:off x="3383280" y="1620000"/>
            <a:ext cx="237672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Propone un flujo replicable para storyboarding asistido con IA.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Evidencia que la referencia visual puede ser más efectiva que el prompt textual detallado para mantener personajes y estilo.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Deja una base organizada para paper/caso de estudio en ICAI/CEUR.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1"/>
          <p:cNvSpPr/>
          <p:nvPr/>
        </p:nvSpPr>
        <p:spPr>
          <a:xfrm>
            <a:off x="6126480" y="822240"/>
            <a:ext cx="2559600" cy="3317760"/>
          </a:xfrm>
          <a:prstGeom prst="rect">
            <a:avLst/>
          </a:prstGeom>
          <a:solidFill>
            <a:srgbClr val="F8F9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2"/>
          <p:cNvSpPr/>
          <p:nvPr/>
        </p:nvSpPr>
        <p:spPr>
          <a:xfrm>
            <a:off x="6263280" y="822240"/>
            <a:ext cx="2376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Limitaciones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3"/>
          <p:cNvSpPr/>
          <p:nvPr/>
        </p:nvSpPr>
        <p:spPr>
          <a:xfrm>
            <a:off x="6126480" y="2049120"/>
            <a:ext cx="237672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Evaluación con un solo investigador.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Cambios de modelos e interfaces.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Límites de créditos y funciones premium.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Falta de control uniforme de seed y referencias.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Moderación y outputs no entregados.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Variabilidad visual entre generaciones.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"/>
          <p:cNvPicPr/>
          <p:nvPr/>
        </p:nvPicPr>
        <p:blipFill>
          <a:blip r:embed="rId1"/>
          <a:stretch/>
        </p:blipFill>
        <p:spPr>
          <a:xfrm>
            <a:off x="3060000" y="4220280"/>
            <a:ext cx="2962800" cy="243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457200" y="27432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Conclusiones y Trabajos Futuros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"/>
          <p:cNvSpPr/>
          <p:nvPr/>
        </p:nvSpPr>
        <p:spPr>
          <a:xfrm>
            <a:off x="457200" y="109728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CONCLUSIONES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3"/>
          <p:cNvSpPr/>
          <p:nvPr/>
        </p:nvSpPr>
        <p:spPr>
          <a:xfrm>
            <a:off x="914400" y="1869120"/>
            <a:ext cx="77716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El flujo narrativa → escenas → prompts → imágenes → storyboard fue validado de extremo a extremo.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La consistencia visual sigue siendo el principal desafío en storyboards generados con IA.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ChatGPT Images fue útil para ideación, continuidad macro y edición localizada.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Leonardo Phoenix ofreció parámetros de control, pero su desempeño fue variable en la prueba final.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Ideogram mejoró notablemente cuando se usó una imagen de referencia.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El hallazgo central es que la consistencia requiere más que prompts detallados: necesita anclajes narrativos, selección crítica de outputs y referencias visuales cuando sea posible.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4"/>
          <p:cNvSpPr/>
          <p:nvPr/>
        </p:nvSpPr>
        <p:spPr>
          <a:xfrm>
            <a:off x="457200" y="368640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TRABAJOS FUTUROS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5"/>
          <p:cNvSpPr/>
          <p:nvPr/>
        </p:nvSpPr>
        <p:spPr>
          <a:xfrm>
            <a:off x="900000" y="4140000"/>
            <a:ext cx="777168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Convertir el proyecto en un paper tipo caso de estudio para ICAI/CEUR.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Ampliar la evaluación con 2 o 3 jueces adicionales.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Calcular acuerdo inter-rater para reducir subjetividad.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Probar herramientas premium con referencias de personaje, estilo y contenido.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Comparar prompts base, prompts refinados e imágenes guía en más escenas.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Consolidar un dataset organizado de prompts, outputs, bitácoras, scores y storyboards.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• Profundizar la relación entre storytelling, prompt engineering y consistencia visual.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"/>
          <p:cNvSpPr/>
          <p:nvPr/>
        </p:nvSpPr>
        <p:spPr>
          <a:xfrm>
            <a:off x="457200" y="27432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Referencias y Contacto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"/>
          <p:cNvSpPr/>
          <p:nvPr/>
        </p:nvSpPr>
        <p:spPr>
          <a:xfrm>
            <a:off x="457200" y="109728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REFERENCIAS BIBLIOGRÁFICAS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457200" y="1508760"/>
            <a:ext cx="5302800" cy="29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[1] Schröder, K., Eberhardt, W., Belavadi, P., Ajdadilish, B., van Haften, N., Overes, E., Brouns, T., &amp; Calero Valdez, A. (2023). Telling stories with data: A systematic review. arXiv. 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[2] Adel, A., Samir, A., Mahmoud, A., Gaber, A., Alaa, M., &amp; Hussien, N. (s. f.). End to end framework book to image generation platform. 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[3] ICAI. (2026). 9th International Conference on Applied Informatics — Accepted Workshops. 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6035040" y="1097280"/>
            <a:ext cx="2742480" cy="5562720"/>
          </a:xfrm>
          <a:prstGeom prst="rect">
            <a:avLst/>
          </a:prstGeom>
          <a:solidFill>
            <a:srgbClr val="F8F9FA"/>
          </a:solidFill>
          <a:ln w="25400">
            <a:solidFill>
              <a:srgbClr val="F39C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5"/>
          <p:cNvSpPr/>
          <p:nvPr/>
        </p:nvSpPr>
        <p:spPr>
          <a:xfrm>
            <a:off x="6172200" y="123444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74C3C"/>
                </a:solidFill>
                <a:effectLst/>
                <a:uFillTx/>
                <a:latin typeface="Calibri"/>
              </a:rPr>
              <a:t>CONTACTO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6"/>
          <p:cNvSpPr/>
          <p:nvPr/>
        </p:nvSpPr>
        <p:spPr>
          <a:xfrm>
            <a:off x="6217920" y="1980000"/>
            <a:ext cx="237672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Email: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jagarciaguer@msn.com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Repositorio: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https://github.com/Julangar/multimedia-ia-storytelling-2026-1 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Grupo Multimedia Interactiva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"/>
          <p:cNvPicPr/>
          <p:nvPr/>
        </p:nvPicPr>
        <p:blipFill>
          <a:blip r:embed="rId1"/>
          <a:stretch/>
        </p:blipFill>
        <p:spPr>
          <a:xfrm>
            <a:off x="6199920" y="4039920"/>
            <a:ext cx="2440080" cy="2440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Application>LibreOffice/26.2.3.2$Windows_X86_64 LibreOffice_project/70e089b17412e4cb7773e41413306b17a2328c34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2026-05-19T00:52:12Z</dcterms:created>
  <dc:creator>PptxGenJS</dc:creator>
  <dc:description/>
  <dc:language>es-CO</dc:language>
  <cp:lastModifiedBy/>
  <cp:lastPrinted>2026-06-02T15:41:39Z</cp:lastPrinted>
  <dcterms:modified xsi:type="dcterms:W3CDTF">2026-06-02T15:44:40Z</dcterms:modified>
  <cp:revision>6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